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 Organization</a:t>
            </a:r>
          </a:p>
          <a:p>
            <a:r>
              <a:t>COAL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Memory Organization</a:t>
            </a:r>
          </a:p>
          <a:p>
            <a:r>
              <a:t>Computer Organization &amp; Assembly Language</a:t>
            </a:r>
          </a:p>
          <a:p/>
          <a:p>
            <a:r>
              <a:t>Student: Saad Akhtar</a:t>
            </a:r>
          </a:p>
          <a:p>
            <a:r>
              <a:t>University</a:t>
            </a:r>
          </a:p>
          <a:p>
            <a:r>
              <a:t>Instructor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Affects system performance</a:t>
            </a:r>
          </a:p>
          <a:p>
            <a:r>
              <a:t>• Controls data access</a:t>
            </a:r>
          </a:p>
          <a:p>
            <a:r>
              <a:t>• Essential for assembly language</a:t>
            </a:r>
          </a:p>
          <a:p>
            <a:r>
              <a:t>• Core COAL topic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Memory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Bit: 0 or 1</a:t>
            </a:r>
          </a:p>
          <a:p>
            <a:r>
              <a:t>• Byte: 8 bits</a:t>
            </a:r>
          </a:p>
          <a:p>
            <a:r>
              <a:t>• Word: CPU dependent</a:t>
            </a:r>
          </a:p>
          <a:p>
            <a:r>
              <a:t>• Address: memory location</a:t>
            </a:r>
          </a:p>
          <a:p>
            <a:r>
              <a:t>• Address Space: total locations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 Hierarchy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Registers</a:t>
            </a:r>
          </a:p>
          <a:p>
            <a:r>
              <a:t>• Cache</a:t>
            </a:r>
          </a:p>
          <a:p>
            <a:r>
              <a:t>• Main Memory</a:t>
            </a:r>
          </a:p>
          <a:p>
            <a:r>
              <a:t>• Secondary Storage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RAM: SRAM, DRAM</a:t>
            </a:r>
          </a:p>
          <a:p>
            <a:r>
              <a:t>• ROM: PROM, EPROM, EEPROM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Cache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Reduces access time</a:t>
            </a:r>
          </a:p>
          <a:p>
            <a:r>
              <a:t>• Stores frequent data</a:t>
            </a:r>
          </a:p>
          <a:p>
            <a:r>
              <a:t>• Temporal locality</a:t>
            </a:r>
          </a:p>
          <a:p>
            <a:r>
              <a:t>• Spatial locality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Primary vs Secondary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Speed</a:t>
            </a:r>
          </a:p>
          <a:p>
            <a:r>
              <a:t>• Cost</a:t>
            </a:r>
          </a:p>
          <a:p>
            <a:r>
              <a:t>• Volatility</a:t>
            </a:r>
          </a:p>
          <a:p>
            <a:r>
              <a:t>• Capacity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 Addressing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Logical address</a:t>
            </a:r>
          </a:p>
          <a:p>
            <a:r>
              <a:t>• Physical address</a:t>
            </a:r>
          </a:p>
          <a:p>
            <a:r>
              <a:t>• MMU mapping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 in Assembly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Code segment</a:t>
            </a:r>
          </a:p>
          <a:p>
            <a:r>
              <a:t>• Data segment</a:t>
            </a:r>
          </a:p>
          <a:p>
            <a:r>
              <a:t>• Stack</a:t>
            </a:r>
          </a:p>
          <a:p>
            <a:r>
              <a:t>• Registers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Access time</a:t>
            </a:r>
          </a:p>
          <a:p>
            <a:r>
              <a:t>• Cost per bit</a:t>
            </a:r>
          </a:p>
          <a:p>
            <a:r>
              <a:t>• Capacity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Faster execution</a:t>
            </a:r>
          </a:p>
          <a:p>
            <a:r>
              <a:t>• Efficient memory usage</a:t>
            </a:r>
          </a:p>
          <a:p>
            <a:r>
              <a:t>• Better performance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Memory hierarchy is essential</a:t>
            </a:r>
          </a:p>
          <a:p>
            <a:r>
              <a:t>• Assembly relies on memory</a:t>
            </a:r>
          </a:p>
          <a:p>
            <a:r>
              <a:t>• Important for COAL exams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